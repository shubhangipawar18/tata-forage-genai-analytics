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19" d="100"/>
          <a:sy n="119" d="100"/>
        </p:scale>
        <p:origin x="13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906379" y="107261"/>
            <a:ext cx="7331241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Collections Strategy</a:t>
            </a: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1636295"/>
            <a:ext cx="5783400" cy="2823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predict delinquency risk &amp;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outreach</a:t>
            </a:r>
          </a:p>
          <a:p>
            <a:pPr marL="0" lvl="0" indent="0" algn="l"/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tier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(High / Medium / Low) +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best action</a:t>
            </a:r>
          </a:p>
          <a:p>
            <a:pPr marL="0" lvl="0" indent="0" algn="l"/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signals: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payment history, missed payments,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utilization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credit score</a:t>
            </a:r>
          </a:p>
          <a:p>
            <a:pPr marL="0" lvl="0" indent="0" algn="l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Approach: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human-in-the-loop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auditability</a:t>
            </a:r>
          </a:p>
          <a:p>
            <a:pPr marL="0" lvl="0" indent="0" algn="l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lower 30+ DPD, better recovery, fair treatment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/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Customer + credit + payment behavior (Month_1–Month_6)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</a:t>
            </a:r>
            <a:r>
              <a:rPr lang="en-US" sz="1600" dirty="0"/>
              <a:t>Clean/impute → risk score → probability → High/Med/Low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  <a:r>
              <a:rPr lang="en-US" sz="1600" dirty="0"/>
              <a:t>SMS / call / repayment plan / escalation</a:t>
            </a:r>
          </a:p>
          <a:p>
            <a:pPr marL="114300" indent="0">
              <a:buNone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</a:t>
            </a:r>
            <a:r>
              <a:rPr lang="en-US" sz="1600" dirty="0"/>
              <a:t>Track outcomes → tune thresholds &amp; cadence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265234"/>
            <a:ext cx="7633153" cy="3547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Fully automated decisions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Risk scoring + tiering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Recommend next action &amp; timing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 priority contact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 outcomes &amp; drift alerts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Human-reviewed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Approve high-impact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Review escalations/hardship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 disputes/exceptions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Fairness checks + rule changes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/>
              <a:t>Fairness:</a:t>
            </a:r>
            <a:r>
              <a:rPr lang="en-US" sz="1600" dirty="0"/>
              <a:t> monitor performance by segment; reduce bias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Explainability:</a:t>
            </a:r>
            <a:r>
              <a:rPr lang="en-US" sz="1600" dirty="0"/>
              <a:t> clear “top reasons” for risk tier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Compliance:</a:t>
            </a:r>
            <a:r>
              <a:rPr lang="en-US" sz="1600" dirty="0"/>
              <a:t> audit log + review for high-impact actions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Privacy:</a:t>
            </a:r>
            <a:r>
              <a:rPr lang="en-US" sz="1600" dirty="0"/>
              <a:t> least-data access; protect sensitive fields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Safety:</a:t>
            </a:r>
            <a:r>
              <a:rPr lang="en-US" sz="1600" dirty="0"/>
              <a:t> overrides, rate-limits, escalation rules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Business KPIs</a:t>
            </a:r>
            <a:endParaRPr lang="en-US" sz="1600" dirty="0"/>
          </a:p>
          <a:p>
            <a:r>
              <a:rPr lang="en-US" sz="1600" dirty="0"/>
              <a:t>↓ 30+ DPD / delinquency</a:t>
            </a:r>
          </a:p>
          <a:p>
            <a:r>
              <a:rPr lang="en-US" sz="1600" dirty="0"/>
              <a:t>↑ recovery rate</a:t>
            </a:r>
          </a:p>
          <a:p>
            <a:r>
              <a:rPr lang="en-US" sz="1600" dirty="0"/>
              <a:t>↓ cost-to-collect</a:t>
            </a:r>
          </a:p>
          <a:p>
            <a:r>
              <a:rPr lang="en-US" sz="1600" dirty="0"/>
              <a:t>↑ agent productivity</a:t>
            </a:r>
          </a:p>
          <a:p>
            <a:pPr>
              <a:buNone/>
            </a:pP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Customer outcomes</a:t>
            </a:r>
            <a:endParaRPr lang="en-US" sz="1600" dirty="0"/>
          </a:p>
          <a:p>
            <a:r>
              <a:rPr lang="en-US" sz="1600" dirty="0"/>
              <a:t>timely supportive outreach</a:t>
            </a:r>
          </a:p>
          <a:p>
            <a:r>
              <a:rPr lang="en-US" sz="1600" dirty="0"/>
              <a:t>better access to repayment plans</a:t>
            </a:r>
          </a:p>
          <a:p>
            <a:r>
              <a:rPr lang="en-US" sz="1600" dirty="0"/>
              <a:t>transparent decisions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84" y="374897"/>
            <a:ext cx="8368200" cy="4341482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endParaRPr lang="en-IN" sz="4000" b="1" dirty="0"/>
          </a:p>
          <a:p>
            <a:pPr marL="114300" indent="0" algn="ctr">
              <a:buNone/>
            </a:pPr>
            <a:r>
              <a:rPr lang="en-IN" sz="4000" b="1" dirty="0"/>
              <a:t>Thank you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endParaRPr lang="en-IN" b="1" dirty="0"/>
          </a:p>
          <a:p>
            <a:pPr marL="114300" indent="0">
              <a:buNone/>
            </a:pPr>
            <a:br>
              <a:rPr lang="en-IN" dirty="0"/>
            </a:br>
            <a:r>
              <a:rPr lang="en-IN" dirty="0"/>
              <a:t>Shubhangi Pawar</a:t>
            </a:r>
            <a:br>
              <a:rPr lang="en-IN" dirty="0"/>
            </a:br>
            <a:r>
              <a:rPr lang="en-IN" b="1" dirty="0"/>
              <a:t>GitHub</a:t>
            </a:r>
            <a:r>
              <a:rPr lang="en-IN" dirty="0"/>
              <a:t>: shubhangipawar18 | </a:t>
            </a:r>
            <a:r>
              <a:rPr lang="en-IN" b="1" dirty="0"/>
              <a:t>LinkedIn</a:t>
            </a:r>
            <a:r>
              <a:rPr lang="en-IN" dirty="0"/>
              <a:t>: Shubhangi Pawar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477</Words>
  <Application>Microsoft Office PowerPoint</Application>
  <PresentationFormat>On-screen Show (16:9)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 Slab</vt:lpstr>
      <vt:lpstr>Arial</vt:lpstr>
      <vt:lpstr>Roboto</vt:lpstr>
      <vt:lpstr>Wingdings</vt:lpstr>
      <vt:lpstr>Calibri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Pawar</dc:creator>
  <cp:lastModifiedBy>Rohit Pawar</cp:lastModifiedBy>
  <cp:revision>3</cp:revision>
  <dcterms:modified xsi:type="dcterms:W3CDTF">2026-02-23T11:31:44Z</dcterms:modified>
</cp:coreProperties>
</file>